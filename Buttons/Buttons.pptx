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00" d="100"/>
          <a:sy n="400" d="100"/>
        </p:scale>
        <p:origin x="-6102" y="-4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40EB6-E14A-4EAA-C708-BC105220F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E39E21-74AC-4C46-E156-E1BDBB947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8A8A6-C2A4-DF73-84F7-60CC10DC3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5E04F-913E-4DE9-9DBE-FF4774EA152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71A58-465C-144B-A64C-269D1F68B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2BB0F-5F49-70E3-2700-557A2D55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8B41-FF32-48AC-8178-9C31B37BCB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30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5C92-DDC4-7B20-0688-2717C5E95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483FE-05AA-5575-DE8F-E3531788D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325BC-C3AA-EBAF-49DA-24704F36A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5E04F-913E-4DE9-9DBE-FF4774EA152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7BC80-079D-6DBC-AF86-1A17D92D2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3663F-4185-0DCA-B726-80347D621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8B41-FF32-48AC-8178-9C31B37BCB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7088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D7955-1D88-B0C1-5283-DCA2FB42C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4AF4A-1A94-7403-80A6-B9A538D06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CD172-48ED-8C7E-7F74-FCFDDFFDD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5E04F-913E-4DE9-9DBE-FF4774EA152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ACA56-120E-1409-7860-FC19527B1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B07CC-DD60-012F-FB9D-43DA74AE8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8B41-FF32-48AC-8178-9C31B37BCB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5440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BCBA-8025-9628-B468-97EE3CF19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618FC-574D-C6F5-A58F-BA64DAAD6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CC32DC-1626-38F2-C376-DE6B3338E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82015-D609-9528-B24F-C41883F60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5E04F-913E-4DE9-9DBE-FF4774EA152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DB440-6DF6-59F6-B796-545DBA032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2B95F3-8324-97B8-BCD8-7211E6AFA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8B41-FF32-48AC-8178-9C31B37BCB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708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5C6E-F044-2619-3242-4FEFDE6BE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2388A-3756-9A61-31CE-6DBB0571E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F1A6D-4996-E66C-A5D4-82B8893B5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403283-C2FA-2FA4-1BAA-63000AD758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BF1F02-0A50-409C-2ABA-C73E77337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373C09-528E-6F1E-BD0C-9F93A6CE6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5E04F-913E-4DE9-9DBE-FF4774EA152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CA5B7-F599-B080-29E2-9F76CB55B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A12B41-C0E9-CAE6-5F20-6BC80058E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8B41-FF32-48AC-8178-9C31B37BCB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4330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F454C-C1A3-E2E5-CA0A-C78B35CF1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D6CF70-C61B-EB2E-7A8F-007779425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5E04F-913E-4DE9-9DBE-FF4774EA152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8ADB0-2ECC-D8D7-0070-D53CA8C0E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367D66-1164-8F92-7434-3C565EE5F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8B41-FF32-48AC-8178-9C31B37BCB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0020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8F6FB7-4321-FF89-714C-534A309D5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5E04F-913E-4DE9-9DBE-FF4774EA152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84666E-7057-E0A7-52F9-5F214CE6B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17043-BE48-A4B8-B7DF-05AA0D359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8B41-FF32-48AC-8178-9C31B37BCB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8770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8AD44-66D2-2F64-199F-B04FAB680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DD6FC-1D54-C4DB-9A1F-34D9F8CD4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9E7B30-6887-8740-A12A-E9781885F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E9D69C-BB7A-D8CD-8656-D660F28A3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5E04F-913E-4DE9-9DBE-FF4774EA152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10DB8-A623-BB89-6781-E1E5BC3BD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D3160-F22A-B763-D954-89FD6D6A5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8B41-FF32-48AC-8178-9C31B37BCB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49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0730-BCD4-B7C1-1D04-E7F119874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EF5062-7DCA-6DC1-45F3-063BF7AE18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C103F-9108-3EDF-519F-48A69573F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23F2C-C4A3-EF48-C711-E31409520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5E04F-913E-4DE9-9DBE-FF4774EA152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153B51-C58E-3C9D-6AA7-8166F5302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40D96-95A3-00F9-C4D6-14AF5DC6F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8B41-FF32-48AC-8178-9C31B37BCB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552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13E91-A566-EF01-E36D-68FF44F6E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549FD-7AF9-906E-6DB3-22D9F6D52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D3C80-F1A3-1BF8-C1BC-880FB5D0A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5E04F-913E-4DE9-9DBE-FF4774EA152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1D382-4400-FEE5-683B-0B7E288A6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BD71D-1B61-872B-8540-8333F6BB3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8B41-FF32-48AC-8178-9C31B37BCB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3086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A4746-19EB-B4CB-DB90-D7CB013EFB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4C860-281A-3634-02D7-2D4B9D4B9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2EBF3-CB04-F87A-59A8-036942AC3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5E04F-913E-4DE9-9DBE-FF4774EA152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99730-E869-189B-A741-888F1947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990CD-5815-9A17-4435-A518C7DB1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8B41-FF32-48AC-8178-9C31B37BCB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7927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59035-BE13-F0E1-4352-8EE1BEE1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0AD4B-3CA8-2FEF-BA60-CB2FB8BA4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0043E-DF33-6B12-6D49-55FB0A6385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15E04F-913E-4DE9-9DBE-FF4774EA152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D017D-2534-728A-9542-AD654B73D6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8EE63-E5EA-3255-A4E1-C0917733C1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0B8B41-FF32-48AC-8178-9C31B37BCB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7023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07F4860E-15DA-4841-B9B9-52BC9C0616C1}"/>
              </a:ext>
            </a:extLst>
          </p:cNvPr>
          <p:cNvSpPr/>
          <p:nvPr/>
        </p:nvSpPr>
        <p:spPr>
          <a:xfrm>
            <a:off x="3009306" y="1920240"/>
            <a:ext cx="574212" cy="137160"/>
          </a:xfrm>
          <a:prstGeom prst="flowChartTerminator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471409-327B-6209-D2CA-A3A6D357D46D}"/>
              </a:ext>
            </a:extLst>
          </p:cNvPr>
          <p:cNvSpPr/>
          <p:nvPr/>
        </p:nvSpPr>
        <p:spPr>
          <a:xfrm>
            <a:off x="3104597" y="2146061"/>
            <a:ext cx="92814" cy="92814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CAA6D56-E1D0-0161-B499-D20D2F331533}"/>
              </a:ext>
            </a:extLst>
          </p:cNvPr>
          <p:cNvGrpSpPr/>
          <p:nvPr/>
        </p:nvGrpSpPr>
        <p:grpSpPr>
          <a:xfrm>
            <a:off x="3104597" y="2327536"/>
            <a:ext cx="125686" cy="92814"/>
            <a:chOff x="3104597" y="2327536"/>
            <a:chExt cx="125686" cy="9281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91F8668-B37D-BD4A-52C5-0FDA6DD8C41B}"/>
                </a:ext>
              </a:extLst>
            </p:cNvPr>
            <p:cNvSpPr/>
            <p:nvPr/>
          </p:nvSpPr>
          <p:spPr>
            <a:xfrm>
              <a:off x="3104597" y="2327536"/>
              <a:ext cx="125686" cy="9281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Arrow: Pentagon 5">
              <a:extLst>
                <a:ext uri="{FF2B5EF4-FFF2-40B4-BE49-F238E27FC236}">
                  <a16:creationId xmlns:a16="http://schemas.microsoft.com/office/drawing/2014/main" id="{BEBC02D8-97BA-87D0-0C1E-1F7EC7D1D63A}"/>
                </a:ext>
              </a:extLst>
            </p:cNvPr>
            <p:cNvSpPr/>
            <p:nvPr/>
          </p:nvSpPr>
          <p:spPr>
            <a:xfrm flipH="1" flipV="1">
              <a:off x="3127009" y="2351083"/>
              <a:ext cx="80862" cy="45719"/>
            </a:xfrm>
            <a:prstGeom prst="homePlate">
              <a:avLst/>
            </a:pr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1" name="Graphic 10" descr="Close with solid fill">
              <a:extLst>
                <a:ext uri="{FF2B5EF4-FFF2-40B4-BE49-F238E27FC236}">
                  <a16:creationId xmlns:a16="http://schemas.microsoft.com/office/drawing/2014/main" id="{AAB32E17-183D-174E-EAD4-677EDA5E82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>
              <a:off x="3155766" y="2351083"/>
              <a:ext cx="45720" cy="45720"/>
            </a:xfrm>
            <a:prstGeom prst="rect">
              <a:avLst/>
            </a:prstGeom>
          </p:spPr>
        </p:pic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FFAF4DB-2676-35DB-BAD8-697A5E102A8C}"/>
              </a:ext>
            </a:extLst>
          </p:cNvPr>
          <p:cNvSpPr/>
          <p:nvPr/>
        </p:nvSpPr>
        <p:spPr>
          <a:xfrm>
            <a:off x="3104597" y="2462604"/>
            <a:ext cx="125686" cy="9281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575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Key Engineering Solutions Limited</dc:creator>
  <cp:lastModifiedBy>Key Engineering Solutions Limited</cp:lastModifiedBy>
  <cp:revision>3</cp:revision>
  <dcterms:created xsi:type="dcterms:W3CDTF">2026-06-29T14:10:34Z</dcterms:created>
  <dcterms:modified xsi:type="dcterms:W3CDTF">2026-06-29T22:16:44Z</dcterms:modified>
</cp:coreProperties>
</file>